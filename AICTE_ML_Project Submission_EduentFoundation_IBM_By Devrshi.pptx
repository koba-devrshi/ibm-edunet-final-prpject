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78" r:id="rId6"/>
    <p:sldId id="279" r:id="rId7"/>
    <p:sldId id="262" r:id="rId8"/>
    <p:sldId id="290" r:id="rId9"/>
    <p:sldId id="291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746EE066-C99A-1548-0111-A8297267F854}" v="733" dt="2026-06-19T08:10:03.439"/>
    <p1510:client id="{86BCD85A-7972-A6FD-263D-01F0C6DCFF46}" v="8" dt="2026-06-19T08:02:34.666"/>
    <p1510:client id="{A6B9108B-7598-1D50-C4AA-8A38026DAEEF}" v="18" dt="2026-06-19T06:56:18.840"/>
    <p1510:client id="{F65B29D0-DD12-DDC3-5CE1-E2A91AABFDBA}" v="57" dt="2026-06-19T08:09:53.82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BA-Devrshi/IBM-Edunet-Final-Prpjec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5748064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Devrshi Shailesh </a:t>
                      </a:r>
                      <a:r>
                        <a:rPr lang="en-US" sz="2000" dirty="0" err="1"/>
                        <a:t>Yaduvansh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Devrshi.yaduvansh@gmail.com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9987124856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Cybersecurity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800" dirty="0"/>
              <a:t>Network Intrusion Detection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57F5C-2AF4-0B92-440A-151D9E4F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966" y="3683879"/>
            <a:ext cx="996273" cy="996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08837" y="864646"/>
            <a:ext cx="11357834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000" b="1" dirty="0"/>
              <a:t>Problem Statement: </a:t>
            </a:r>
            <a:r>
              <a:rPr lang="en-IN" sz="2000" b="1" dirty="0"/>
              <a:t>Network Intrusion Detection</a:t>
            </a:r>
          </a:p>
          <a:p>
            <a:pPr fontAlgn="base"/>
            <a:endParaRPr lang="en-US" sz="2000" b="1" dirty="0"/>
          </a:p>
          <a:p>
            <a:r>
              <a:rPr lang="en-IN" sz="2000" dirty="0"/>
              <a:t>Create a robust network intrusion detection system (NIDS) using machine learning. The</a:t>
            </a:r>
          </a:p>
          <a:p>
            <a:r>
              <a:rPr lang="en-IN" sz="2000" dirty="0"/>
              <a:t>system should be capable of </a:t>
            </a:r>
            <a:r>
              <a:rPr lang="en-IN" sz="2000" dirty="0" err="1"/>
              <a:t>analyzing</a:t>
            </a:r>
            <a:r>
              <a:rPr lang="en-IN" sz="2000" dirty="0"/>
              <a:t> network traffic data to identify and classify various</a:t>
            </a:r>
          </a:p>
          <a:p>
            <a:r>
              <a:rPr lang="en-IN" sz="2000" dirty="0"/>
              <a:t>types of cyber-attacks (e.g., DoS, Probe, R2L, U2R) and distinguish them from normal</a:t>
            </a:r>
          </a:p>
          <a:p>
            <a:r>
              <a:rPr lang="en-IN" sz="2000" dirty="0"/>
              <a:t>network activity. The goal is to build a model that can effectively secure communication</a:t>
            </a:r>
          </a:p>
          <a:p>
            <a:r>
              <a:rPr lang="en-IN" sz="2000" dirty="0"/>
              <a:t>networks by providing an early warning of malicious activities.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674734"/>
            <a:ext cx="11131336" cy="61908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/>
              <a:t>Proposed Solution (IBM watsonx.ai Studio – </a:t>
            </a:r>
            <a:r>
              <a:rPr lang="en-US" sz="2000" b="1" dirty="0" err="1"/>
              <a:t>AutoAI</a:t>
            </a:r>
            <a:r>
              <a:rPr lang="en-US" sz="2000" b="1" dirty="0"/>
              <a:t>):</a:t>
            </a:r>
          </a:p>
          <a:p>
            <a:endParaRPr lang="en-US" sz="2000" b="1" dirty="0"/>
          </a:p>
          <a:p>
            <a:r>
              <a:rPr lang="en-US" sz="2000" dirty="0"/>
              <a:t>We propose an </a:t>
            </a:r>
            <a:r>
              <a:rPr lang="en-US" sz="2000" b="1" dirty="0"/>
              <a:t>AI-powered Network Intrusion Detection System</a:t>
            </a:r>
            <a:r>
              <a:rPr lang="en-US" sz="2000" dirty="0"/>
              <a:t> using </a:t>
            </a:r>
            <a:r>
              <a:rPr lang="en-US" sz="2000" b="1" dirty="0"/>
              <a:t>IBM watsonx.ai Studio</a:t>
            </a:r>
            <a:r>
              <a:rPr lang="en-US" sz="2000" dirty="0"/>
              <a:t> and </a:t>
            </a:r>
            <a:r>
              <a:rPr lang="en-US" sz="2000" b="1" dirty="0" err="1"/>
              <a:t>AutoAI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Network traffic data containing various connection features (protocol type, service, duration, source bytes, destination bytes, connection flags, etc.) will be collected and uploaded to </a:t>
            </a:r>
            <a:r>
              <a:rPr lang="en-US" sz="2000" b="1" dirty="0"/>
              <a:t>watsonx.ai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 err="1"/>
              <a:t>AutoAI</a:t>
            </a:r>
            <a:r>
              <a:rPr lang="en-US" sz="2000" dirty="0"/>
              <a:t> will automatically perform </a:t>
            </a:r>
            <a:r>
              <a:rPr lang="en-US" sz="2000" b="1" dirty="0"/>
              <a:t>data preprocessing, feature engineering, algorithm selection, and hyperparameter optimization</a:t>
            </a:r>
            <a:r>
              <a:rPr lang="en-US" sz="2000" dirty="0"/>
              <a:t>.</a:t>
            </a:r>
          </a:p>
          <a:p>
            <a:r>
              <a:rPr lang="en-US" sz="2000" dirty="0"/>
              <a:t>Multiple </a:t>
            </a:r>
            <a:r>
              <a:rPr lang="en-US" sz="2000" b="1" dirty="0"/>
              <a:t>classification models</a:t>
            </a:r>
            <a:r>
              <a:rPr lang="en-US" sz="2000" dirty="0"/>
              <a:t> will be generated and evaluated to identify the best-performing model for network intrusion detection.</a:t>
            </a:r>
          </a:p>
          <a:p>
            <a:endParaRPr lang="en-US" sz="2000" dirty="0"/>
          </a:p>
          <a:p>
            <a:r>
              <a:rPr lang="en-US" sz="2000" dirty="0"/>
              <a:t>The selected model will classify network traffic as </a:t>
            </a:r>
            <a:r>
              <a:rPr lang="en-US" sz="2000" b="1" dirty="0"/>
              <a:t>Normal</a:t>
            </a:r>
            <a:r>
              <a:rPr lang="en-US" sz="2000" dirty="0"/>
              <a:t> or identify different types of cyberattacks such as </a:t>
            </a:r>
            <a:r>
              <a:rPr lang="en-US" sz="2000" b="1" dirty="0"/>
              <a:t>DoS (Denial of Service), Probe, R2L (Remote-to-Local), and U2R (User-to-Root)</a:t>
            </a:r>
            <a:r>
              <a:rPr lang="en-US" sz="2000" dirty="0"/>
              <a:t>, enabling </a:t>
            </a:r>
            <a:r>
              <a:rPr lang="en-US" sz="2000" b="1" dirty="0"/>
              <a:t>early detection of malicious activities and enhancing network security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br>
              <a:rPr lang="en-US" sz="2000" dirty="0"/>
            </a:b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</a:t>
            </a:r>
            <a:r>
              <a:rPr lang="en-US" sz="1800" dirty="0" err="1"/>
              <a:t>Nutrion</a:t>
            </a:r>
            <a:r>
              <a:rPr lang="en-US" sz="1800" dirty="0"/>
              <a:t>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ML Algorithm/ Model Used: </a:t>
            </a:r>
            <a:r>
              <a:rPr lang="en-US" sz="2000" u="sng" dirty="0" err="1"/>
              <a:t>WatsonX</a:t>
            </a:r>
            <a:r>
              <a:rPr lang="en-US" sz="2000" u="sng" dirty="0"/>
              <a:t> (</a:t>
            </a:r>
            <a:r>
              <a:rPr lang="en-IN" sz="2000" u="sng" dirty="0" err="1"/>
              <a:t>WatsonMachineLearning</a:t>
            </a:r>
            <a:r>
              <a:rPr lang="en-US" sz="2000" u="sng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Accuracy Obtained: _________________________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Enhancements and Hyperparameter tuning: _______________________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Training Screenshots-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1B338-9CB9-642A-B460-FF9CC2A33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747"/>
            <a:ext cx="12192000" cy="532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6269A-BFBA-D724-30B8-D6F11C2B2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180"/>
            <a:ext cx="12192000" cy="535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3B878D-7A8B-CB19-BDE8-5BC298F77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95621"/>
            <a:ext cx="121920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AFE98-ACE5-8014-B03E-AD8E51DF5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747"/>
            <a:ext cx="121920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28165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</a:rPr>
              <a:t>Testing Screenshot: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F627C-99B9-4642-884B-8BED1DB0E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550"/>
            <a:ext cx="121920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769628" cy="40626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US" sz="2000" dirty="0"/>
              <a:t>The solution automates the detection and classification of malicious network traffic, enabling faster identification of cyber threats and reducing manual monitoring efforts</a:t>
            </a:r>
            <a:r>
              <a:rPr lang="en-IN" sz="2000" dirty="0"/>
              <a:t>It uses </a:t>
            </a:r>
            <a:r>
              <a:rPr lang="en-IN" sz="2000" b="1" dirty="0"/>
              <a:t>IBM watsonx.ai </a:t>
            </a:r>
            <a:r>
              <a:rPr lang="en-IN" sz="2000" b="1" dirty="0" err="1"/>
              <a:t>AutoAI</a:t>
            </a:r>
            <a:r>
              <a:rPr lang="en-IN" sz="2000" dirty="0"/>
              <a:t> to automatically discover the best machine learning model without extensive coding. </a:t>
            </a:r>
          </a:p>
          <a:p>
            <a:pPr marL="285750" indent="-285750">
              <a:buChar char="•"/>
            </a:pPr>
            <a:r>
              <a:rPr lang="en-IN" sz="2000" dirty="0"/>
              <a:t>It leverages </a:t>
            </a:r>
            <a:r>
              <a:rPr lang="en-IN" sz="2000" b="1" dirty="0"/>
              <a:t>IBM watsonx.ai </a:t>
            </a:r>
            <a:r>
              <a:rPr lang="en-IN" sz="2000" b="1" dirty="0" err="1"/>
              <a:t>AutoAI</a:t>
            </a:r>
            <a:r>
              <a:rPr lang="en-IN" sz="2000" dirty="0"/>
              <a:t> to automatically perform data preprocessing, feature engineering, algorithm selection, and hyperparameter optimization with minimal coding.</a:t>
            </a:r>
          </a:p>
          <a:p>
            <a:pPr marL="285750" indent="-285750">
              <a:buChar char="•"/>
            </a:pPr>
            <a:r>
              <a:rPr lang="en-US" sz="2000" dirty="0"/>
              <a:t>The system intelligently classifies network traffic into </a:t>
            </a:r>
            <a:r>
              <a:rPr lang="en-US" sz="2000" b="1" dirty="0"/>
              <a:t>Normal</a:t>
            </a:r>
            <a:r>
              <a:rPr lang="en-US" sz="2000" dirty="0"/>
              <a:t>, </a:t>
            </a:r>
            <a:r>
              <a:rPr lang="en-US" sz="2000" b="1" dirty="0"/>
              <a:t>DoS</a:t>
            </a:r>
            <a:r>
              <a:rPr lang="en-US" sz="2000" dirty="0"/>
              <a:t>, </a:t>
            </a:r>
            <a:r>
              <a:rPr lang="en-US" sz="2000" b="1" dirty="0"/>
              <a:t>Probe</a:t>
            </a:r>
            <a:r>
              <a:rPr lang="en-US" sz="2000" dirty="0"/>
              <a:t>, </a:t>
            </a:r>
            <a:r>
              <a:rPr lang="en-US" sz="2000" b="1" dirty="0"/>
              <a:t>R2L</a:t>
            </a:r>
            <a:r>
              <a:rPr lang="en-US" sz="2000" dirty="0"/>
              <a:t>, and </a:t>
            </a:r>
            <a:r>
              <a:rPr lang="en-US" sz="2000" b="1" dirty="0"/>
              <a:t>U2R</a:t>
            </a:r>
            <a:r>
              <a:rPr lang="en-US" sz="2000" dirty="0"/>
              <a:t> attack categories using a single AI-powered platform.</a:t>
            </a:r>
          </a:p>
          <a:p>
            <a:pPr marL="285750" indent="-285750">
              <a:buChar char="•"/>
            </a:pPr>
            <a:r>
              <a:rPr lang="en-US" sz="2000" dirty="0"/>
              <a:t>Automated feature engineering uncovers hidden patterns in network traffic, improving the accuracy and reliability of intrusion detection.</a:t>
            </a:r>
          </a:p>
          <a:p>
            <a:pPr marL="285750" indent="-285750">
              <a:buChar char="•"/>
            </a:pPr>
            <a:r>
              <a:rPr lang="en-US" sz="2000" dirty="0"/>
              <a:t>The model provides consistent, real-time, and unbiased threat detection, helping organizations strengthen network security while minimizing false alarms and human error.</a:t>
            </a:r>
            <a:endParaRPr lang="en-IN" sz="2000" dirty="0"/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https://github.com/KOBA-Devrshi/IBM-Edunet-Final-Prpject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Data.csv file, 2) yourproblemstatement.pdf file  3) your project presntation.pptx file 4) Python Notebook downloaded from IBM Cloud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25816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39988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850" dirty="0">
              <a:solidFill>
                <a:srgbClr val="2B354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The system can be enhanced to support </a:t>
            </a:r>
            <a:r>
              <a:rPr lang="en-US" sz="2000" b="1" dirty="0"/>
              <a:t>real-time network traffic monitoring</a:t>
            </a:r>
            <a:r>
              <a:rPr lang="en-US" sz="2000" dirty="0"/>
              <a:t> for continuous intrusion detection in enterprise environments.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Advanced </a:t>
            </a:r>
            <a:r>
              <a:rPr lang="en-US" sz="2000" b="1" dirty="0"/>
              <a:t>Deep Learning</a:t>
            </a:r>
            <a:r>
              <a:rPr lang="en-US" sz="2000" dirty="0"/>
              <a:t> and </a:t>
            </a:r>
            <a:r>
              <a:rPr lang="en-US" sz="2000" b="1" dirty="0"/>
              <a:t>Explainable AI (XAI)</a:t>
            </a:r>
            <a:r>
              <a:rPr lang="en-US" sz="2000" dirty="0"/>
              <a:t> techniques can be integrated to improve detection accuracy and provide transparent threat analysis.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The solution can be expanded to detect </a:t>
            </a:r>
            <a:r>
              <a:rPr lang="en-US" sz="2000" b="1" dirty="0"/>
              <a:t>zero-day attacks</a:t>
            </a:r>
            <a:r>
              <a:rPr lang="en-US" sz="2000" dirty="0"/>
              <a:t> and previously unseen cyber threats using anomaly detection and adaptive learning.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Integration with </a:t>
            </a:r>
            <a:r>
              <a:rPr lang="en-US" sz="2000" b="1" dirty="0"/>
              <a:t>Security Information and Event Management (SIEM)</a:t>
            </a:r>
            <a:r>
              <a:rPr lang="en-US" sz="2000" dirty="0"/>
              <a:t> platforms and cloud infrastructures can enable automated threat response and centralized security monitoring.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Future versions can incorporate </a:t>
            </a:r>
            <a:r>
              <a:rPr lang="en-US" sz="2000" b="1" dirty="0"/>
              <a:t>IoT and 5G network security</a:t>
            </a:r>
            <a:r>
              <a:rPr lang="en-US" sz="2000" dirty="0"/>
              <a:t>, making the system suitable for protecting smart devices, industrial networks, and next-generation communication systems.</a:t>
            </a: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D7E886-B3CF-452A-8729-E135355A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1270254"/>
            <a:ext cx="7135277" cy="53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D93919-0A2C-8246-CCB4-AA3969C6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76" y="1200580"/>
            <a:ext cx="8080668" cy="527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Widescreen</PresentationFormat>
  <Paragraphs>75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IT Warriors</cp:lastModifiedBy>
  <cp:revision>2</cp:revision>
  <dcterms:created xsi:type="dcterms:W3CDTF">2025-07-08T05:06:56Z</dcterms:created>
  <dcterms:modified xsi:type="dcterms:W3CDTF">2026-06-27T17:49:16Z</dcterms:modified>
</cp:coreProperties>
</file>